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4" r:id="rId6"/>
    <p:sldId id="265" r:id="rId7"/>
    <p:sldId id="266" r:id="rId8"/>
    <p:sldId id="261" r:id="rId9"/>
    <p:sldId id="270" r:id="rId10"/>
    <p:sldId id="263" r:id="rId11"/>
    <p:sldId id="262" r:id="rId12"/>
    <p:sldId id="267" r:id="rId13"/>
    <p:sldId id="269" r:id="rId14"/>
    <p:sldId id="271" r:id="rId15"/>
    <p:sldId id="268" r:id="rId16"/>
    <p:sldId id="272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F53646-B38B-4679-99A4-6D34A87D6219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121F3D-5A27-48B7-BBF2-F743A6FB2396}">
      <dgm:prSet/>
      <dgm:spPr/>
      <dgm:t>
        <a:bodyPr/>
        <a:lstStyle/>
        <a:p>
          <a:r>
            <a:rPr lang="it-IT"/>
            <a:t>Login / Creazione Profilo</a:t>
          </a:r>
          <a:endParaRPr lang="en-US"/>
        </a:p>
      </dgm:t>
    </dgm:pt>
    <dgm:pt modelId="{E98657F3-5042-47EC-8826-254ECF19CB82}" type="parTrans" cxnId="{988B096A-A63A-4AE6-9673-BA08B2A5DCF6}">
      <dgm:prSet/>
      <dgm:spPr/>
      <dgm:t>
        <a:bodyPr/>
        <a:lstStyle/>
        <a:p>
          <a:endParaRPr lang="en-US"/>
        </a:p>
      </dgm:t>
    </dgm:pt>
    <dgm:pt modelId="{0EB65D1E-D19F-47A6-BF5C-1EFB660AB0B3}" type="sibTrans" cxnId="{988B096A-A63A-4AE6-9673-BA08B2A5DCF6}">
      <dgm:prSet/>
      <dgm:spPr/>
      <dgm:t>
        <a:bodyPr/>
        <a:lstStyle/>
        <a:p>
          <a:endParaRPr lang="en-US"/>
        </a:p>
      </dgm:t>
    </dgm:pt>
    <dgm:pt modelId="{229C2976-61A9-4441-B04F-5F513A674620}">
      <dgm:prSet/>
      <dgm:spPr/>
      <dgm:t>
        <a:bodyPr/>
        <a:lstStyle/>
        <a:p>
          <a:r>
            <a:rPr lang="it-IT"/>
            <a:t>Sistema di reimpostazione della password</a:t>
          </a:r>
          <a:endParaRPr lang="en-US"/>
        </a:p>
      </dgm:t>
    </dgm:pt>
    <dgm:pt modelId="{C757F7E0-CAA5-49B9-AB6B-7CA93D34FEE8}" type="parTrans" cxnId="{434B8072-43FA-4AF1-BEDC-0C3ACAFFED0A}">
      <dgm:prSet/>
      <dgm:spPr/>
      <dgm:t>
        <a:bodyPr/>
        <a:lstStyle/>
        <a:p>
          <a:endParaRPr lang="en-US"/>
        </a:p>
      </dgm:t>
    </dgm:pt>
    <dgm:pt modelId="{12547456-3150-4083-B8FF-771809F86662}" type="sibTrans" cxnId="{434B8072-43FA-4AF1-BEDC-0C3ACAFFED0A}">
      <dgm:prSet/>
      <dgm:spPr/>
      <dgm:t>
        <a:bodyPr/>
        <a:lstStyle/>
        <a:p>
          <a:endParaRPr lang="en-US"/>
        </a:p>
      </dgm:t>
    </dgm:pt>
    <dgm:pt modelId="{4ADDB00F-4FFA-4FEA-8711-A321DEC15351}">
      <dgm:prSet/>
      <dgm:spPr/>
      <dgm:t>
        <a:bodyPr/>
        <a:lstStyle/>
        <a:p>
          <a:r>
            <a:rPr lang="it-IT"/>
            <a:t>Sistema di Eliminazione dell’utente</a:t>
          </a:r>
          <a:endParaRPr lang="en-US"/>
        </a:p>
      </dgm:t>
    </dgm:pt>
    <dgm:pt modelId="{9A444A26-498C-47C6-ABED-8BE90CAC2FA7}" type="parTrans" cxnId="{FEBC6C01-2932-4FC7-9086-08D44AE2EE59}">
      <dgm:prSet/>
      <dgm:spPr/>
      <dgm:t>
        <a:bodyPr/>
        <a:lstStyle/>
        <a:p>
          <a:endParaRPr lang="en-US"/>
        </a:p>
      </dgm:t>
    </dgm:pt>
    <dgm:pt modelId="{E1911BDC-E49C-4F29-A667-02515957B800}" type="sibTrans" cxnId="{FEBC6C01-2932-4FC7-9086-08D44AE2EE59}">
      <dgm:prSet/>
      <dgm:spPr/>
      <dgm:t>
        <a:bodyPr/>
        <a:lstStyle/>
        <a:p>
          <a:endParaRPr lang="en-US"/>
        </a:p>
      </dgm:t>
    </dgm:pt>
    <dgm:pt modelId="{5E714B8A-A0C9-4C1C-9C7C-5E1D1905F9A0}">
      <dgm:prSet/>
      <dgm:spPr/>
      <dgm:t>
        <a:bodyPr/>
        <a:lstStyle/>
        <a:p>
          <a:r>
            <a:rPr lang="it-IT"/>
            <a:t>Supporto tecnico con ChatBot (BETA)</a:t>
          </a:r>
          <a:endParaRPr lang="en-US"/>
        </a:p>
      </dgm:t>
    </dgm:pt>
    <dgm:pt modelId="{F7CA4DFF-1E59-4620-9C24-4D68170D9B3E}" type="parTrans" cxnId="{9B206037-717D-4692-97AE-8B16E4E52740}">
      <dgm:prSet/>
      <dgm:spPr/>
      <dgm:t>
        <a:bodyPr/>
        <a:lstStyle/>
        <a:p>
          <a:endParaRPr lang="en-US"/>
        </a:p>
      </dgm:t>
    </dgm:pt>
    <dgm:pt modelId="{1D30180F-4BD4-4222-97FB-F47BF8AF7419}" type="sibTrans" cxnId="{9B206037-717D-4692-97AE-8B16E4E52740}">
      <dgm:prSet/>
      <dgm:spPr/>
      <dgm:t>
        <a:bodyPr/>
        <a:lstStyle/>
        <a:p>
          <a:endParaRPr lang="en-US"/>
        </a:p>
      </dgm:t>
    </dgm:pt>
    <dgm:pt modelId="{4F39B6CB-EFE8-4FD9-9CD9-1BDA43CCCE29}">
      <dgm:prSet/>
      <dgm:spPr/>
      <dgm:t>
        <a:bodyPr/>
        <a:lstStyle/>
        <a:p>
          <a:r>
            <a:rPr lang="it-IT"/>
            <a:t>Vasto catalogo con possibilità di visualizzare anche la valutazione</a:t>
          </a:r>
          <a:endParaRPr lang="en-US"/>
        </a:p>
      </dgm:t>
    </dgm:pt>
    <dgm:pt modelId="{5C8A2469-1C6E-4444-91BB-D12A5864D11C}" type="parTrans" cxnId="{D95B3875-BD74-44F3-95C2-86F8B7090B48}">
      <dgm:prSet/>
      <dgm:spPr/>
      <dgm:t>
        <a:bodyPr/>
        <a:lstStyle/>
        <a:p>
          <a:endParaRPr lang="en-US"/>
        </a:p>
      </dgm:t>
    </dgm:pt>
    <dgm:pt modelId="{23017C87-6CF8-45DE-968E-5324F6051261}" type="sibTrans" cxnId="{D95B3875-BD74-44F3-95C2-86F8B7090B48}">
      <dgm:prSet/>
      <dgm:spPr/>
      <dgm:t>
        <a:bodyPr/>
        <a:lstStyle/>
        <a:p>
          <a:endParaRPr lang="en-US"/>
        </a:p>
      </dgm:t>
    </dgm:pt>
    <dgm:pt modelId="{A70F6E1B-2380-4CCA-BF01-AFF8B564BF87}">
      <dgm:prSet/>
      <dgm:spPr/>
      <dgm:t>
        <a:bodyPr/>
        <a:lstStyle/>
        <a:p>
          <a:r>
            <a:rPr lang="it-IT"/>
            <a:t>Possibilità di ricercare un film specifico / Filtrare a seconda del genere</a:t>
          </a:r>
          <a:endParaRPr lang="en-US"/>
        </a:p>
      </dgm:t>
    </dgm:pt>
    <dgm:pt modelId="{ED6D6640-96AD-429E-8BB6-43D425EE0B10}" type="parTrans" cxnId="{38F45CFD-4A81-46E3-BC4A-67B0ADF57F16}">
      <dgm:prSet/>
      <dgm:spPr/>
      <dgm:t>
        <a:bodyPr/>
        <a:lstStyle/>
        <a:p>
          <a:endParaRPr lang="en-US"/>
        </a:p>
      </dgm:t>
    </dgm:pt>
    <dgm:pt modelId="{6DFA06CE-FB9C-4FB3-A393-5D530E3EA5E5}" type="sibTrans" cxnId="{38F45CFD-4A81-46E3-BC4A-67B0ADF57F16}">
      <dgm:prSet/>
      <dgm:spPr/>
      <dgm:t>
        <a:bodyPr/>
        <a:lstStyle/>
        <a:p>
          <a:endParaRPr lang="en-US"/>
        </a:p>
      </dgm:t>
    </dgm:pt>
    <dgm:pt modelId="{DC91111B-B0F2-40BE-9695-701EFED73456}">
      <dgm:prSet/>
      <dgm:spPr/>
      <dgm:t>
        <a:bodyPr/>
        <a:lstStyle/>
        <a:p>
          <a:r>
            <a:rPr lang="it-IT"/>
            <a:t>Possibilità di ricaricare il credito per la visione di film (Se c’è una carta collegata)</a:t>
          </a:r>
          <a:endParaRPr lang="en-US"/>
        </a:p>
      </dgm:t>
    </dgm:pt>
    <dgm:pt modelId="{E2FBFF54-B12E-45FB-97C5-942271ADB26E}" type="parTrans" cxnId="{E773D1C5-1397-4D21-B7DC-3ACA064375BD}">
      <dgm:prSet/>
      <dgm:spPr/>
      <dgm:t>
        <a:bodyPr/>
        <a:lstStyle/>
        <a:p>
          <a:endParaRPr lang="en-US"/>
        </a:p>
      </dgm:t>
    </dgm:pt>
    <dgm:pt modelId="{D069D982-4861-4A92-9EE6-6D0D41A6DBE3}" type="sibTrans" cxnId="{E773D1C5-1397-4D21-B7DC-3ACA064375BD}">
      <dgm:prSet/>
      <dgm:spPr/>
      <dgm:t>
        <a:bodyPr/>
        <a:lstStyle/>
        <a:p>
          <a:endParaRPr lang="en-US"/>
        </a:p>
      </dgm:t>
    </dgm:pt>
    <dgm:pt modelId="{574DEE68-F48A-4551-A2FD-10C689D30EAC}">
      <dgm:prSet/>
      <dgm:spPr/>
      <dgm:t>
        <a:bodyPr/>
        <a:lstStyle/>
        <a:p>
          <a:r>
            <a:rPr lang="it-IT"/>
            <a:t>Possibilità di visualizzare la cronologia delle visioni ed il totale speso</a:t>
          </a:r>
          <a:endParaRPr lang="en-US"/>
        </a:p>
      </dgm:t>
    </dgm:pt>
    <dgm:pt modelId="{EE09AA33-C734-4AEB-A4DE-836F4711FF40}" type="parTrans" cxnId="{9FF42E6E-F290-4746-829D-C31568AAF9FA}">
      <dgm:prSet/>
      <dgm:spPr/>
      <dgm:t>
        <a:bodyPr/>
        <a:lstStyle/>
        <a:p>
          <a:endParaRPr lang="en-US"/>
        </a:p>
      </dgm:t>
    </dgm:pt>
    <dgm:pt modelId="{29BF0A35-B76B-452A-82FD-EA7E377FAC54}" type="sibTrans" cxnId="{9FF42E6E-F290-4746-829D-C31568AAF9FA}">
      <dgm:prSet/>
      <dgm:spPr/>
      <dgm:t>
        <a:bodyPr/>
        <a:lstStyle/>
        <a:p>
          <a:endParaRPr lang="en-US"/>
        </a:p>
      </dgm:t>
    </dgm:pt>
    <dgm:pt modelId="{A1240027-9257-4569-A808-AF2B61C9D988}">
      <dgm:prSet/>
      <dgm:spPr/>
      <dgm:t>
        <a:bodyPr/>
        <a:lstStyle/>
        <a:p>
          <a:r>
            <a:rPr lang="it-IT"/>
            <a:t>Possibilità di cambiare data di nascita e la password</a:t>
          </a:r>
          <a:endParaRPr lang="en-US"/>
        </a:p>
      </dgm:t>
    </dgm:pt>
    <dgm:pt modelId="{17B6E435-E3FE-4617-9782-E33091CADA2F}" type="parTrans" cxnId="{4DD20B4A-3D95-407B-93DD-E0F09E59192A}">
      <dgm:prSet/>
      <dgm:spPr/>
      <dgm:t>
        <a:bodyPr/>
        <a:lstStyle/>
        <a:p>
          <a:endParaRPr lang="en-US"/>
        </a:p>
      </dgm:t>
    </dgm:pt>
    <dgm:pt modelId="{6A7833C8-FB75-4CEF-92E5-B56133449362}" type="sibTrans" cxnId="{4DD20B4A-3D95-407B-93DD-E0F09E59192A}">
      <dgm:prSet/>
      <dgm:spPr/>
      <dgm:t>
        <a:bodyPr/>
        <a:lstStyle/>
        <a:p>
          <a:endParaRPr lang="en-US"/>
        </a:p>
      </dgm:t>
    </dgm:pt>
    <dgm:pt modelId="{02728D9A-B601-4230-8EA0-5DC4040E8524}">
      <dgm:prSet/>
      <dgm:spPr/>
      <dgm:t>
        <a:bodyPr/>
        <a:lstStyle/>
        <a:p>
          <a:r>
            <a:rPr lang="it-IT"/>
            <a:t>Possibilità di caricare e scollegare carte di credito</a:t>
          </a:r>
          <a:endParaRPr lang="en-US"/>
        </a:p>
      </dgm:t>
    </dgm:pt>
    <dgm:pt modelId="{5DA09A4F-338D-4875-80DE-FE744500C71A}" type="parTrans" cxnId="{DD417FC3-AB1C-407F-99D7-EB89FF0775FB}">
      <dgm:prSet/>
      <dgm:spPr/>
      <dgm:t>
        <a:bodyPr/>
        <a:lstStyle/>
        <a:p>
          <a:endParaRPr lang="en-US"/>
        </a:p>
      </dgm:t>
    </dgm:pt>
    <dgm:pt modelId="{615F8080-C10E-45B6-AAAD-467D1F7541B9}" type="sibTrans" cxnId="{DD417FC3-AB1C-407F-99D7-EB89FF0775FB}">
      <dgm:prSet/>
      <dgm:spPr/>
      <dgm:t>
        <a:bodyPr/>
        <a:lstStyle/>
        <a:p>
          <a:endParaRPr lang="en-US"/>
        </a:p>
      </dgm:t>
    </dgm:pt>
    <dgm:pt modelId="{3AC0E456-74D8-41F2-8B92-DF6C71C6CE20}">
      <dgm:prSet/>
      <dgm:spPr/>
      <dgm:t>
        <a:bodyPr/>
        <a:lstStyle/>
        <a:p>
          <a:r>
            <a:rPr lang="it-IT"/>
            <a:t>Possibilità di Abbonarsi alla piattaforma o con il credito dell’account (se non ci sono carte caricate) o con la carta di credito se caricata</a:t>
          </a:r>
          <a:endParaRPr lang="en-US"/>
        </a:p>
      </dgm:t>
    </dgm:pt>
    <dgm:pt modelId="{1AFAE310-D113-4D41-9600-79FE7A35D554}" type="parTrans" cxnId="{140EA582-96CC-4D90-8F69-195A7599E888}">
      <dgm:prSet/>
      <dgm:spPr/>
      <dgm:t>
        <a:bodyPr/>
        <a:lstStyle/>
        <a:p>
          <a:endParaRPr lang="en-US"/>
        </a:p>
      </dgm:t>
    </dgm:pt>
    <dgm:pt modelId="{5777D14F-1A1B-4960-B9E9-B29DA3549A87}" type="sibTrans" cxnId="{140EA582-96CC-4D90-8F69-195A7599E888}">
      <dgm:prSet/>
      <dgm:spPr/>
      <dgm:t>
        <a:bodyPr/>
        <a:lstStyle/>
        <a:p>
          <a:endParaRPr lang="en-US"/>
        </a:p>
      </dgm:t>
    </dgm:pt>
    <dgm:pt modelId="{B03E6791-8925-4BAB-A8E4-F395C868D7D3}" type="pres">
      <dgm:prSet presAssocID="{91F53646-B38B-4679-99A4-6D34A87D6219}" presName="diagram" presStyleCnt="0">
        <dgm:presLayoutVars>
          <dgm:dir/>
          <dgm:resizeHandles val="exact"/>
        </dgm:presLayoutVars>
      </dgm:prSet>
      <dgm:spPr/>
    </dgm:pt>
    <dgm:pt modelId="{2465063A-0C09-4F04-8641-8BC08DD35812}" type="pres">
      <dgm:prSet presAssocID="{C0121F3D-5A27-48B7-BBF2-F743A6FB2396}" presName="node" presStyleLbl="node1" presStyleIdx="0" presStyleCnt="11">
        <dgm:presLayoutVars>
          <dgm:bulletEnabled val="1"/>
        </dgm:presLayoutVars>
      </dgm:prSet>
      <dgm:spPr/>
    </dgm:pt>
    <dgm:pt modelId="{01D750F5-DDC6-4BB6-A786-6CD08BD092D4}" type="pres">
      <dgm:prSet presAssocID="{0EB65D1E-D19F-47A6-BF5C-1EFB660AB0B3}" presName="sibTrans" presStyleCnt="0"/>
      <dgm:spPr/>
    </dgm:pt>
    <dgm:pt modelId="{E4A14178-9F74-4811-BCF1-80DAC9413939}" type="pres">
      <dgm:prSet presAssocID="{229C2976-61A9-4441-B04F-5F513A674620}" presName="node" presStyleLbl="node1" presStyleIdx="1" presStyleCnt="11">
        <dgm:presLayoutVars>
          <dgm:bulletEnabled val="1"/>
        </dgm:presLayoutVars>
      </dgm:prSet>
      <dgm:spPr/>
    </dgm:pt>
    <dgm:pt modelId="{80454E61-AAC9-4C50-BEDF-62C90EBF16BE}" type="pres">
      <dgm:prSet presAssocID="{12547456-3150-4083-B8FF-771809F86662}" presName="sibTrans" presStyleCnt="0"/>
      <dgm:spPr/>
    </dgm:pt>
    <dgm:pt modelId="{D78C398E-6F47-4E69-8AB7-B238BA83E9D6}" type="pres">
      <dgm:prSet presAssocID="{4ADDB00F-4FFA-4FEA-8711-A321DEC15351}" presName="node" presStyleLbl="node1" presStyleIdx="2" presStyleCnt="11">
        <dgm:presLayoutVars>
          <dgm:bulletEnabled val="1"/>
        </dgm:presLayoutVars>
      </dgm:prSet>
      <dgm:spPr/>
    </dgm:pt>
    <dgm:pt modelId="{DB90FBE2-1F10-4D7E-940B-7C0357AD81B5}" type="pres">
      <dgm:prSet presAssocID="{E1911BDC-E49C-4F29-A667-02515957B800}" presName="sibTrans" presStyleCnt="0"/>
      <dgm:spPr/>
    </dgm:pt>
    <dgm:pt modelId="{9B5658F2-4A4A-40A5-BDF6-D8FDB2636D0F}" type="pres">
      <dgm:prSet presAssocID="{5E714B8A-A0C9-4C1C-9C7C-5E1D1905F9A0}" presName="node" presStyleLbl="node1" presStyleIdx="3" presStyleCnt="11">
        <dgm:presLayoutVars>
          <dgm:bulletEnabled val="1"/>
        </dgm:presLayoutVars>
      </dgm:prSet>
      <dgm:spPr/>
    </dgm:pt>
    <dgm:pt modelId="{F1375992-DD7F-4E5C-8A60-76F5305FC65D}" type="pres">
      <dgm:prSet presAssocID="{1D30180F-4BD4-4222-97FB-F47BF8AF7419}" presName="sibTrans" presStyleCnt="0"/>
      <dgm:spPr/>
    </dgm:pt>
    <dgm:pt modelId="{4BA4D7D2-C130-4355-99B9-8C88F1DFB265}" type="pres">
      <dgm:prSet presAssocID="{4F39B6CB-EFE8-4FD9-9CD9-1BDA43CCCE29}" presName="node" presStyleLbl="node1" presStyleIdx="4" presStyleCnt="11">
        <dgm:presLayoutVars>
          <dgm:bulletEnabled val="1"/>
        </dgm:presLayoutVars>
      </dgm:prSet>
      <dgm:spPr/>
    </dgm:pt>
    <dgm:pt modelId="{DC953CA3-D461-4830-B93F-CA3A116BA939}" type="pres">
      <dgm:prSet presAssocID="{23017C87-6CF8-45DE-968E-5324F6051261}" presName="sibTrans" presStyleCnt="0"/>
      <dgm:spPr/>
    </dgm:pt>
    <dgm:pt modelId="{7E295BD9-725A-4BCD-B6F1-2D2240240195}" type="pres">
      <dgm:prSet presAssocID="{A70F6E1B-2380-4CCA-BF01-AFF8B564BF87}" presName="node" presStyleLbl="node1" presStyleIdx="5" presStyleCnt="11">
        <dgm:presLayoutVars>
          <dgm:bulletEnabled val="1"/>
        </dgm:presLayoutVars>
      </dgm:prSet>
      <dgm:spPr/>
    </dgm:pt>
    <dgm:pt modelId="{E9121DA6-C94F-407E-9C0A-F85068C08D70}" type="pres">
      <dgm:prSet presAssocID="{6DFA06CE-FB9C-4FB3-A393-5D530E3EA5E5}" presName="sibTrans" presStyleCnt="0"/>
      <dgm:spPr/>
    </dgm:pt>
    <dgm:pt modelId="{12CB3BA3-ADAB-4C02-B79C-0944EECC587B}" type="pres">
      <dgm:prSet presAssocID="{DC91111B-B0F2-40BE-9695-701EFED73456}" presName="node" presStyleLbl="node1" presStyleIdx="6" presStyleCnt="11">
        <dgm:presLayoutVars>
          <dgm:bulletEnabled val="1"/>
        </dgm:presLayoutVars>
      </dgm:prSet>
      <dgm:spPr/>
    </dgm:pt>
    <dgm:pt modelId="{0BC71900-4F85-4A23-97D7-77DD9BE05613}" type="pres">
      <dgm:prSet presAssocID="{D069D982-4861-4A92-9EE6-6D0D41A6DBE3}" presName="sibTrans" presStyleCnt="0"/>
      <dgm:spPr/>
    </dgm:pt>
    <dgm:pt modelId="{711FC5F9-C5D8-4908-9E45-36F04989C78D}" type="pres">
      <dgm:prSet presAssocID="{574DEE68-F48A-4551-A2FD-10C689D30EAC}" presName="node" presStyleLbl="node1" presStyleIdx="7" presStyleCnt="11">
        <dgm:presLayoutVars>
          <dgm:bulletEnabled val="1"/>
        </dgm:presLayoutVars>
      </dgm:prSet>
      <dgm:spPr/>
    </dgm:pt>
    <dgm:pt modelId="{636E95CE-3100-463F-BF59-55F1A8E38E5C}" type="pres">
      <dgm:prSet presAssocID="{29BF0A35-B76B-452A-82FD-EA7E377FAC54}" presName="sibTrans" presStyleCnt="0"/>
      <dgm:spPr/>
    </dgm:pt>
    <dgm:pt modelId="{9C670704-71E3-4AE9-BD7C-048B189ADBF9}" type="pres">
      <dgm:prSet presAssocID="{A1240027-9257-4569-A808-AF2B61C9D988}" presName="node" presStyleLbl="node1" presStyleIdx="8" presStyleCnt="11">
        <dgm:presLayoutVars>
          <dgm:bulletEnabled val="1"/>
        </dgm:presLayoutVars>
      </dgm:prSet>
      <dgm:spPr/>
    </dgm:pt>
    <dgm:pt modelId="{17A694A7-8CEE-4E48-9CD0-308CAE10E963}" type="pres">
      <dgm:prSet presAssocID="{6A7833C8-FB75-4CEF-92E5-B56133449362}" presName="sibTrans" presStyleCnt="0"/>
      <dgm:spPr/>
    </dgm:pt>
    <dgm:pt modelId="{138B63C2-5101-41F9-8C90-DE34CA2AC8B1}" type="pres">
      <dgm:prSet presAssocID="{02728D9A-B601-4230-8EA0-5DC4040E8524}" presName="node" presStyleLbl="node1" presStyleIdx="9" presStyleCnt="11">
        <dgm:presLayoutVars>
          <dgm:bulletEnabled val="1"/>
        </dgm:presLayoutVars>
      </dgm:prSet>
      <dgm:spPr/>
    </dgm:pt>
    <dgm:pt modelId="{519E483E-BD16-4E8E-94A7-3BDC18148BDA}" type="pres">
      <dgm:prSet presAssocID="{615F8080-C10E-45B6-AAAD-467D1F7541B9}" presName="sibTrans" presStyleCnt="0"/>
      <dgm:spPr/>
    </dgm:pt>
    <dgm:pt modelId="{AD158AE8-AA39-42D4-8D09-AAF17CDDF6BF}" type="pres">
      <dgm:prSet presAssocID="{3AC0E456-74D8-41F2-8B92-DF6C71C6CE20}" presName="node" presStyleLbl="node1" presStyleIdx="10" presStyleCnt="11">
        <dgm:presLayoutVars>
          <dgm:bulletEnabled val="1"/>
        </dgm:presLayoutVars>
      </dgm:prSet>
      <dgm:spPr/>
    </dgm:pt>
  </dgm:ptLst>
  <dgm:cxnLst>
    <dgm:cxn modelId="{FEBC6C01-2932-4FC7-9086-08D44AE2EE59}" srcId="{91F53646-B38B-4679-99A4-6D34A87D6219}" destId="{4ADDB00F-4FFA-4FEA-8711-A321DEC15351}" srcOrd="2" destOrd="0" parTransId="{9A444A26-498C-47C6-ABED-8BE90CAC2FA7}" sibTransId="{E1911BDC-E49C-4F29-A667-02515957B800}"/>
    <dgm:cxn modelId="{5D936703-D88D-4668-AFCF-4A40A27A48F7}" type="presOf" srcId="{DC91111B-B0F2-40BE-9695-701EFED73456}" destId="{12CB3BA3-ADAB-4C02-B79C-0944EECC587B}" srcOrd="0" destOrd="0" presId="urn:microsoft.com/office/officeart/2005/8/layout/default"/>
    <dgm:cxn modelId="{5C6D832B-4E31-4D8D-AD48-0A30C2052A73}" type="presOf" srcId="{A1240027-9257-4569-A808-AF2B61C9D988}" destId="{9C670704-71E3-4AE9-BD7C-048B189ADBF9}" srcOrd="0" destOrd="0" presId="urn:microsoft.com/office/officeart/2005/8/layout/default"/>
    <dgm:cxn modelId="{9B206037-717D-4692-97AE-8B16E4E52740}" srcId="{91F53646-B38B-4679-99A4-6D34A87D6219}" destId="{5E714B8A-A0C9-4C1C-9C7C-5E1D1905F9A0}" srcOrd="3" destOrd="0" parTransId="{F7CA4DFF-1E59-4620-9C24-4D68170D9B3E}" sibTransId="{1D30180F-4BD4-4222-97FB-F47BF8AF7419}"/>
    <dgm:cxn modelId="{0D534A3E-E17A-4B25-A20E-9B70EBFD0C37}" type="presOf" srcId="{229C2976-61A9-4441-B04F-5F513A674620}" destId="{E4A14178-9F74-4811-BCF1-80DAC9413939}" srcOrd="0" destOrd="0" presId="urn:microsoft.com/office/officeart/2005/8/layout/default"/>
    <dgm:cxn modelId="{F6EA9D62-1DE4-43D6-9A2B-B52EB5472ABD}" type="presOf" srcId="{5E714B8A-A0C9-4C1C-9C7C-5E1D1905F9A0}" destId="{9B5658F2-4A4A-40A5-BDF6-D8FDB2636D0F}" srcOrd="0" destOrd="0" presId="urn:microsoft.com/office/officeart/2005/8/layout/default"/>
    <dgm:cxn modelId="{C78F2B68-78FF-413D-A673-51FCD034939E}" type="presOf" srcId="{A70F6E1B-2380-4CCA-BF01-AFF8B564BF87}" destId="{7E295BD9-725A-4BCD-B6F1-2D2240240195}" srcOrd="0" destOrd="0" presId="urn:microsoft.com/office/officeart/2005/8/layout/default"/>
    <dgm:cxn modelId="{988B096A-A63A-4AE6-9673-BA08B2A5DCF6}" srcId="{91F53646-B38B-4679-99A4-6D34A87D6219}" destId="{C0121F3D-5A27-48B7-BBF2-F743A6FB2396}" srcOrd="0" destOrd="0" parTransId="{E98657F3-5042-47EC-8826-254ECF19CB82}" sibTransId="{0EB65D1E-D19F-47A6-BF5C-1EFB660AB0B3}"/>
    <dgm:cxn modelId="{4DD20B4A-3D95-407B-93DD-E0F09E59192A}" srcId="{91F53646-B38B-4679-99A4-6D34A87D6219}" destId="{A1240027-9257-4569-A808-AF2B61C9D988}" srcOrd="8" destOrd="0" parTransId="{17B6E435-E3FE-4617-9782-E33091CADA2F}" sibTransId="{6A7833C8-FB75-4CEF-92E5-B56133449362}"/>
    <dgm:cxn modelId="{88A2754A-0723-47AC-B909-CE8A7896D0CA}" type="presOf" srcId="{4F39B6CB-EFE8-4FD9-9CD9-1BDA43CCCE29}" destId="{4BA4D7D2-C130-4355-99B9-8C88F1DFB265}" srcOrd="0" destOrd="0" presId="urn:microsoft.com/office/officeart/2005/8/layout/default"/>
    <dgm:cxn modelId="{A1FA064E-ACAE-4F4B-AA36-CB0887D4EB84}" type="presOf" srcId="{3AC0E456-74D8-41F2-8B92-DF6C71C6CE20}" destId="{AD158AE8-AA39-42D4-8D09-AAF17CDDF6BF}" srcOrd="0" destOrd="0" presId="urn:microsoft.com/office/officeart/2005/8/layout/default"/>
    <dgm:cxn modelId="{9FF42E6E-F290-4746-829D-C31568AAF9FA}" srcId="{91F53646-B38B-4679-99A4-6D34A87D6219}" destId="{574DEE68-F48A-4551-A2FD-10C689D30EAC}" srcOrd="7" destOrd="0" parTransId="{EE09AA33-C734-4AEB-A4DE-836F4711FF40}" sibTransId="{29BF0A35-B76B-452A-82FD-EA7E377FAC54}"/>
    <dgm:cxn modelId="{434B8072-43FA-4AF1-BEDC-0C3ACAFFED0A}" srcId="{91F53646-B38B-4679-99A4-6D34A87D6219}" destId="{229C2976-61A9-4441-B04F-5F513A674620}" srcOrd="1" destOrd="0" parTransId="{C757F7E0-CAA5-49B9-AB6B-7CA93D34FEE8}" sibTransId="{12547456-3150-4083-B8FF-771809F86662}"/>
    <dgm:cxn modelId="{D95B3875-BD74-44F3-95C2-86F8B7090B48}" srcId="{91F53646-B38B-4679-99A4-6D34A87D6219}" destId="{4F39B6CB-EFE8-4FD9-9CD9-1BDA43CCCE29}" srcOrd="4" destOrd="0" parTransId="{5C8A2469-1C6E-4444-91BB-D12A5864D11C}" sibTransId="{23017C87-6CF8-45DE-968E-5324F6051261}"/>
    <dgm:cxn modelId="{140EA582-96CC-4D90-8F69-195A7599E888}" srcId="{91F53646-B38B-4679-99A4-6D34A87D6219}" destId="{3AC0E456-74D8-41F2-8B92-DF6C71C6CE20}" srcOrd="10" destOrd="0" parTransId="{1AFAE310-D113-4D41-9600-79FE7A35D554}" sibTransId="{5777D14F-1A1B-4960-B9E9-B29DA3549A87}"/>
    <dgm:cxn modelId="{02CB2291-50B1-4792-A2BD-DF95374C2FC1}" type="presOf" srcId="{91F53646-B38B-4679-99A4-6D34A87D6219}" destId="{B03E6791-8925-4BAB-A8E4-F395C868D7D3}" srcOrd="0" destOrd="0" presId="urn:microsoft.com/office/officeart/2005/8/layout/default"/>
    <dgm:cxn modelId="{8F4C69C0-6FA4-4A4C-A5FA-9781024F355D}" type="presOf" srcId="{02728D9A-B601-4230-8EA0-5DC4040E8524}" destId="{138B63C2-5101-41F9-8C90-DE34CA2AC8B1}" srcOrd="0" destOrd="0" presId="urn:microsoft.com/office/officeart/2005/8/layout/default"/>
    <dgm:cxn modelId="{DD417FC3-AB1C-407F-99D7-EB89FF0775FB}" srcId="{91F53646-B38B-4679-99A4-6D34A87D6219}" destId="{02728D9A-B601-4230-8EA0-5DC4040E8524}" srcOrd="9" destOrd="0" parTransId="{5DA09A4F-338D-4875-80DE-FE744500C71A}" sibTransId="{615F8080-C10E-45B6-AAAD-467D1F7541B9}"/>
    <dgm:cxn modelId="{E773D1C5-1397-4D21-B7DC-3ACA064375BD}" srcId="{91F53646-B38B-4679-99A4-6D34A87D6219}" destId="{DC91111B-B0F2-40BE-9695-701EFED73456}" srcOrd="6" destOrd="0" parTransId="{E2FBFF54-B12E-45FB-97C5-942271ADB26E}" sibTransId="{D069D982-4861-4A92-9EE6-6D0D41A6DBE3}"/>
    <dgm:cxn modelId="{A0A717C7-FB50-468D-AF98-7A3B69642BBD}" type="presOf" srcId="{574DEE68-F48A-4551-A2FD-10C689D30EAC}" destId="{711FC5F9-C5D8-4908-9E45-36F04989C78D}" srcOrd="0" destOrd="0" presId="urn:microsoft.com/office/officeart/2005/8/layout/default"/>
    <dgm:cxn modelId="{295FBCD0-1AD9-4893-B3A2-1BA08C55D873}" type="presOf" srcId="{4ADDB00F-4FFA-4FEA-8711-A321DEC15351}" destId="{D78C398E-6F47-4E69-8AB7-B238BA83E9D6}" srcOrd="0" destOrd="0" presId="urn:microsoft.com/office/officeart/2005/8/layout/default"/>
    <dgm:cxn modelId="{6B3A4EE8-CA16-4E8B-A5AF-5D85FD75F166}" type="presOf" srcId="{C0121F3D-5A27-48B7-BBF2-F743A6FB2396}" destId="{2465063A-0C09-4F04-8641-8BC08DD35812}" srcOrd="0" destOrd="0" presId="urn:microsoft.com/office/officeart/2005/8/layout/default"/>
    <dgm:cxn modelId="{38F45CFD-4A81-46E3-BC4A-67B0ADF57F16}" srcId="{91F53646-B38B-4679-99A4-6D34A87D6219}" destId="{A70F6E1B-2380-4CCA-BF01-AFF8B564BF87}" srcOrd="5" destOrd="0" parTransId="{ED6D6640-96AD-429E-8BB6-43D425EE0B10}" sibTransId="{6DFA06CE-FB9C-4FB3-A393-5D530E3EA5E5}"/>
    <dgm:cxn modelId="{BD034780-41A5-4F05-BA83-B1FDD6ECB880}" type="presParOf" srcId="{B03E6791-8925-4BAB-A8E4-F395C868D7D3}" destId="{2465063A-0C09-4F04-8641-8BC08DD35812}" srcOrd="0" destOrd="0" presId="urn:microsoft.com/office/officeart/2005/8/layout/default"/>
    <dgm:cxn modelId="{7CC63633-70AF-4E98-A78C-97701854BF1B}" type="presParOf" srcId="{B03E6791-8925-4BAB-A8E4-F395C868D7D3}" destId="{01D750F5-DDC6-4BB6-A786-6CD08BD092D4}" srcOrd="1" destOrd="0" presId="urn:microsoft.com/office/officeart/2005/8/layout/default"/>
    <dgm:cxn modelId="{3E7D7D53-DF33-4DE6-A0E4-461BC84CE202}" type="presParOf" srcId="{B03E6791-8925-4BAB-A8E4-F395C868D7D3}" destId="{E4A14178-9F74-4811-BCF1-80DAC9413939}" srcOrd="2" destOrd="0" presId="urn:microsoft.com/office/officeart/2005/8/layout/default"/>
    <dgm:cxn modelId="{2F7BB734-F341-44A6-B41E-73F702FB16AE}" type="presParOf" srcId="{B03E6791-8925-4BAB-A8E4-F395C868D7D3}" destId="{80454E61-AAC9-4C50-BEDF-62C90EBF16BE}" srcOrd="3" destOrd="0" presId="urn:microsoft.com/office/officeart/2005/8/layout/default"/>
    <dgm:cxn modelId="{F7743463-0FCA-4AF8-AA3A-8A4849672991}" type="presParOf" srcId="{B03E6791-8925-4BAB-A8E4-F395C868D7D3}" destId="{D78C398E-6F47-4E69-8AB7-B238BA83E9D6}" srcOrd="4" destOrd="0" presId="urn:microsoft.com/office/officeart/2005/8/layout/default"/>
    <dgm:cxn modelId="{9B421535-3D93-4295-AF70-4EA922FCCF41}" type="presParOf" srcId="{B03E6791-8925-4BAB-A8E4-F395C868D7D3}" destId="{DB90FBE2-1F10-4D7E-940B-7C0357AD81B5}" srcOrd="5" destOrd="0" presId="urn:microsoft.com/office/officeart/2005/8/layout/default"/>
    <dgm:cxn modelId="{D2E90B67-70D3-48BB-ABC5-55BAC016A1FD}" type="presParOf" srcId="{B03E6791-8925-4BAB-A8E4-F395C868D7D3}" destId="{9B5658F2-4A4A-40A5-BDF6-D8FDB2636D0F}" srcOrd="6" destOrd="0" presId="urn:microsoft.com/office/officeart/2005/8/layout/default"/>
    <dgm:cxn modelId="{C92675A1-DE44-4A3D-A722-DD92F49AFA5A}" type="presParOf" srcId="{B03E6791-8925-4BAB-A8E4-F395C868D7D3}" destId="{F1375992-DD7F-4E5C-8A60-76F5305FC65D}" srcOrd="7" destOrd="0" presId="urn:microsoft.com/office/officeart/2005/8/layout/default"/>
    <dgm:cxn modelId="{FDA1C0F1-6A17-4168-B8CA-0D0F00330DB4}" type="presParOf" srcId="{B03E6791-8925-4BAB-A8E4-F395C868D7D3}" destId="{4BA4D7D2-C130-4355-99B9-8C88F1DFB265}" srcOrd="8" destOrd="0" presId="urn:microsoft.com/office/officeart/2005/8/layout/default"/>
    <dgm:cxn modelId="{40C7175A-0DD8-4231-A368-C5D682E16331}" type="presParOf" srcId="{B03E6791-8925-4BAB-A8E4-F395C868D7D3}" destId="{DC953CA3-D461-4830-B93F-CA3A116BA939}" srcOrd="9" destOrd="0" presId="urn:microsoft.com/office/officeart/2005/8/layout/default"/>
    <dgm:cxn modelId="{F65B8418-A26E-40F9-9DC3-CB9662FA884F}" type="presParOf" srcId="{B03E6791-8925-4BAB-A8E4-F395C868D7D3}" destId="{7E295BD9-725A-4BCD-B6F1-2D2240240195}" srcOrd="10" destOrd="0" presId="urn:microsoft.com/office/officeart/2005/8/layout/default"/>
    <dgm:cxn modelId="{23F1AE48-E851-4255-9955-822587AFCE4A}" type="presParOf" srcId="{B03E6791-8925-4BAB-A8E4-F395C868D7D3}" destId="{E9121DA6-C94F-407E-9C0A-F85068C08D70}" srcOrd="11" destOrd="0" presId="urn:microsoft.com/office/officeart/2005/8/layout/default"/>
    <dgm:cxn modelId="{76C37931-5D98-4A25-AD99-6C94E510DE96}" type="presParOf" srcId="{B03E6791-8925-4BAB-A8E4-F395C868D7D3}" destId="{12CB3BA3-ADAB-4C02-B79C-0944EECC587B}" srcOrd="12" destOrd="0" presId="urn:microsoft.com/office/officeart/2005/8/layout/default"/>
    <dgm:cxn modelId="{FB7F2729-52A8-41D8-BF58-81C67B48E59C}" type="presParOf" srcId="{B03E6791-8925-4BAB-A8E4-F395C868D7D3}" destId="{0BC71900-4F85-4A23-97D7-77DD9BE05613}" srcOrd="13" destOrd="0" presId="urn:microsoft.com/office/officeart/2005/8/layout/default"/>
    <dgm:cxn modelId="{94D49711-3958-437F-B5D3-FE665FC65C9D}" type="presParOf" srcId="{B03E6791-8925-4BAB-A8E4-F395C868D7D3}" destId="{711FC5F9-C5D8-4908-9E45-36F04989C78D}" srcOrd="14" destOrd="0" presId="urn:microsoft.com/office/officeart/2005/8/layout/default"/>
    <dgm:cxn modelId="{410874CE-9A76-416A-9102-D4A619D136E6}" type="presParOf" srcId="{B03E6791-8925-4BAB-A8E4-F395C868D7D3}" destId="{636E95CE-3100-463F-BF59-55F1A8E38E5C}" srcOrd="15" destOrd="0" presId="urn:microsoft.com/office/officeart/2005/8/layout/default"/>
    <dgm:cxn modelId="{04785D73-7BA0-4F94-A294-3BB9C6AC8F6E}" type="presParOf" srcId="{B03E6791-8925-4BAB-A8E4-F395C868D7D3}" destId="{9C670704-71E3-4AE9-BD7C-048B189ADBF9}" srcOrd="16" destOrd="0" presId="urn:microsoft.com/office/officeart/2005/8/layout/default"/>
    <dgm:cxn modelId="{E1ED4023-987E-41FB-B34F-318C55A21887}" type="presParOf" srcId="{B03E6791-8925-4BAB-A8E4-F395C868D7D3}" destId="{17A694A7-8CEE-4E48-9CD0-308CAE10E963}" srcOrd="17" destOrd="0" presId="urn:microsoft.com/office/officeart/2005/8/layout/default"/>
    <dgm:cxn modelId="{26B4F0DE-C5FA-44E1-9876-E73DB84C0206}" type="presParOf" srcId="{B03E6791-8925-4BAB-A8E4-F395C868D7D3}" destId="{138B63C2-5101-41F9-8C90-DE34CA2AC8B1}" srcOrd="18" destOrd="0" presId="urn:microsoft.com/office/officeart/2005/8/layout/default"/>
    <dgm:cxn modelId="{53ADCB68-3A3D-41E4-9499-518666FDA5EE}" type="presParOf" srcId="{B03E6791-8925-4BAB-A8E4-F395C868D7D3}" destId="{519E483E-BD16-4E8E-94A7-3BDC18148BDA}" srcOrd="19" destOrd="0" presId="urn:microsoft.com/office/officeart/2005/8/layout/default"/>
    <dgm:cxn modelId="{78383F79-9D00-4D2C-9408-B4B9733BB453}" type="presParOf" srcId="{B03E6791-8925-4BAB-A8E4-F395C868D7D3}" destId="{AD158AE8-AA39-42D4-8D09-AAF17CDDF6BF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5063A-0C09-4F04-8641-8BC08DD35812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Login / Creazione Profilo</a:t>
          </a:r>
          <a:endParaRPr lang="en-US" sz="1400" kern="1200"/>
        </a:p>
      </dsp:txBody>
      <dsp:txXfrm>
        <a:off x="582645" y="1178"/>
        <a:ext cx="2174490" cy="1304694"/>
      </dsp:txXfrm>
    </dsp:sp>
    <dsp:sp modelId="{E4A14178-9F74-4811-BCF1-80DAC9413939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145536"/>
                <a:satOff val="-8393"/>
                <a:lumOff val="86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"/>
                <a:satOff val="-8393"/>
                <a:lumOff val="86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"/>
                <a:satOff val="-8393"/>
                <a:lumOff val="86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Sistema di reimpostazione della password</a:t>
          </a:r>
          <a:endParaRPr lang="en-US" sz="1400" kern="1200"/>
        </a:p>
      </dsp:txBody>
      <dsp:txXfrm>
        <a:off x="2974584" y="1178"/>
        <a:ext cx="2174490" cy="1304694"/>
      </dsp:txXfrm>
    </dsp:sp>
    <dsp:sp modelId="{D78C398E-6F47-4E69-8AB7-B238BA83E9D6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291073"/>
                <a:satOff val="-16786"/>
                <a:lumOff val="1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91073"/>
                <a:satOff val="-16786"/>
                <a:lumOff val="1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91073"/>
                <a:satOff val="-16786"/>
                <a:lumOff val="1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Sistema di Eliminazione dell’utente</a:t>
          </a:r>
          <a:endParaRPr lang="en-US" sz="1400" kern="1200"/>
        </a:p>
      </dsp:txBody>
      <dsp:txXfrm>
        <a:off x="5366524" y="1178"/>
        <a:ext cx="2174490" cy="1304694"/>
      </dsp:txXfrm>
    </dsp:sp>
    <dsp:sp modelId="{9B5658F2-4A4A-40A5-BDF6-D8FDB2636D0F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436609"/>
                <a:satOff val="-25178"/>
                <a:lumOff val="2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36609"/>
                <a:satOff val="-25178"/>
                <a:lumOff val="2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36609"/>
                <a:satOff val="-25178"/>
                <a:lumOff val="2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Supporto tecnico con ChatBot (BETA)</a:t>
          </a:r>
          <a:endParaRPr lang="en-US" sz="1400" kern="1200"/>
        </a:p>
      </dsp:txBody>
      <dsp:txXfrm>
        <a:off x="7758464" y="1178"/>
        <a:ext cx="2174490" cy="1304694"/>
      </dsp:txXfrm>
    </dsp:sp>
    <dsp:sp modelId="{4BA4D7D2-C130-4355-99B9-8C88F1DFB265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582145"/>
                <a:satOff val="-33571"/>
                <a:lumOff val="3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82145"/>
                <a:satOff val="-33571"/>
                <a:lumOff val="3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82145"/>
                <a:satOff val="-33571"/>
                <a:lumOff val="3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Vasto catalogo con possibilità di visualizzare anche la valutazione</a:t>
          </a:r>
          <a:endParaRPr lang="en-US" sz="1400" kern="1200"/>
        </a:p>
      </dsp:txBody>
      <dsp:txXfrm>
        <a:off x="582645" y="1523321"/>
        <a:ext cx="2174490" cy="1304694"/>
      </dsp:txXfrm>
    </dsp:sp>
    <dsp:sp modelId="{7E295BD9-725A-4BCD-B6F1-2D2240240195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Possibilità di ricercare un film specifico / Filtrare a seconda del genere</a:t>
          </a:r>
          <a:endParaRPr lang="en-US" sz="1400" kern="1200"/>
        </a:p>
      </dsp:txBody>
      <dsp:txXfrm>
        <a:off x="2974584" y="1523321"/>
        <a:ext cx="2174490" cy="1304694"/>
      </dsp:txXfrm>
    </dsp:sp>
    <dsp:sp modelId="{12CB3BA3-ADAB-4C02-B79C-0944EECC587B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873218"/>
                <a:satOff val="-50357"/>
                <a:lumOff val="5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73218"/>
                <a:satOff val="-50357"/>
                <a:lumOff val="5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73218"/>
                <a:satOff val="-50357"/>
                <a:lumOff val="5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Possibilità di ricaricare il credito per la visione di film (Se c’è una carta collegata)</a:t>
          </a:r>
          <a:endParaRPr lang="en-US" sz="1400" kern="1200"/>
        </a:p>
      </dsp:txBody>
      <dsp:txXfrm>
        <a:off x="5366524" y="1523321"/>
        <a:ext cx="2174490" cy="1304694"/>
      </dsp:txXfrm>
    </dsp:sp>
    <dsp:sp modelId="{711FC5F9-C5D8-4908-9E45-36F04989C78D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1018754"/>
                <a:satOff val="-58750"/>
                <a:lumOff val="60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18754"/>
                <a:satOff val="-58750"/>
                <a:lumOff val="60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18754"/>
                <a:satOff val="-58750"/>
                <a:lumOff val="60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Possibilità di visualizzare la cronologia delle visioni ed il totale speso</a:t>
          </a:r>
          <a:endParaRPr lang="en-US" sz="1400" kern="1200"/>
        </a:p>
      </dsp:txBody>
      <dsp:txXfrm>
        <a:off x="7758464" y="1523321"/>
        <a:ext cx="2174490" cy="1304694"/>
      </dsp:txXfrm>
    </dsp:sp>
    <dsp:sp modelId="{9C670704-71E3-4AE9-BD7C-048B189ADBF9}">
      <dsp:nvSpPr>
        <dsp:cNvPr id="0" name=""/>
        <dsp:cNvSpPr/>
      </dsp:nvSpPr>
      <dsp:spPr>
        <a:xfrm>
          <a:off x="1778615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1164290"/>
                <a:satOff val="-67142"/>
                <a:lumOff val="6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164290"/>
                <a:satOff val="-67142"/>
                <a:lumOff val="6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164290"/>
                <a:satOff val="-67142"/>
                <a:lumOff val="6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Possibilità di cambiare data di nascita e la password</a:t>
          </a:r>
          <a:endParaRPr lang="en-US" sz="1400" kern="1200"/>
        </a:p>
      </dsp:txBody>
      <dsp:txXfrm>
        <a:off x="1778615" y="3045465"/>
        <a:ext cx="2174490" cy="1304694"/>
      </dsp:txXfrm>
    </dsp:sp>
    <dsp:sp modelId="{138B63C2-5101-41F9-8C90-DE34CA2AC8B1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1309827"/>
                <a:satOff val="-75535"/>
                <a:lumOff val="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309827"/>
                <a:satOff val="-75535"/>
                <a:lumOff val="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309827"/>
                <a:satOff val="-75535"/>
                <a:lumOff val="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Possibilità di caricare e scollegare carte di credito</a:t>
          </a:r>
          <a:endParaRPr lang="en-US" sz="1400" kern="1200"/>
        </a:p>
      </dsp:txBody>
      <dsp:txXfrm>
        <a:off x="4170554" y="3045465"/>
        <a:ext cx="2174490" cy="1304694"/>
      </dsp:txXfrm>
    </dsp:sp>
    <dsp:sp modelId="{AD158AE8-AA39-42D4-8D09-AAF17CDDF6BF}">
      <dsp:nvSpPr>
        <dsp:cNvPr id="0" name=""/>
        <dsp:cNvSpPr/>
      </dsp:nvSpPr>
      <dsp:spPr>
        <a:xfrm>
          <a:off x="656249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Possibilità di Abbonarsi alla piattaforma o con il credito dell’account (se non ci sono carte caricate) o con la carta di credito se caricata</a:t>
          </a:r>
          <a:endParaRPr lang="en-US" sz="1400" kern="1200"/>
        </a:p>
      </dsp:txBody>
      <dsp:txXfrm>
        <a:off x="6562494" y="3045465"/>
        <a:ext cx="2174490" cy="1304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53682-BCCB-42E9-85D5-27A2C4290EF4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8A98E-E9DB-4744-B2A4-D925201ABC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4500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8A98E-E9DB-4744-B2A4-D925201ABC7C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7273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95BA86-7CF7-9514-44CB-597CC0D6D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95580E9-9EC2-476C-755F-AD0E01B49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B7D4F8-D2A4-98F9-E576-2EF44B1C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612FDE7-EEF6-63A9-7B3B-557C8B1D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A0E92A-4AC5-AEE6-0920-F50C7C2BA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471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2390BE-E227-08C9-9FFE-3F5004231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C6660E-C6FD-4440-C6B7-DBEB09893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2E66ED-3693-1883-054E-FEFE82C8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A427EB-85B8-55AC-ABCD-CA1BE649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68A1C01-E1B5-029C-1DDB-FA5787F8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1433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8DED67-731C-F87F-F5A0-71CCE6EEF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9095C38-D1B2-7D06-D525-E1F9A09C9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90CB27A-17D5-4930-1DFB-292FDF1A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8B5B227-80CC-D8A9-B9EB-F8785E81C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227385-8B89-DBFD-28A1-53A9344C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461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2AD7AF-32BB-3FE1-4540-214A757D5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3782D0-F2CC-51B7-07D5-BD5736DCD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33B6842-35EB-0CB6-7EAA-EAC08D6C9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D5EC11D-EBC4-324D-5F07-CC1361C9E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860115F-1D16-D6E7-9629-8C0AC719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CE53AD6-D212-BE6D-2756-58F55738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3824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CD8D9D-B7A8-9EA7-9CB5-1F40F844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29A67E-ADE9-23E9-3656-68E5F5271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9B2C0D2-BB74-84A1-720D-B0C7D76CA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06DAF8E-4BBD-C5A5-68AC-02D3BCE80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13A6C54-7426-6715-3490-61CD3AB03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9E28664-36AF-7594-E39A-077627D1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A8D5862-B7F2-9116-F91F-F77FE802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385C076-D095-48F1-340A-211BFF2A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174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7A47CE-9270-DB64-4291-59200577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CB4B43C-7258-3B64-2702-2E9E5AAF7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5B7D651-E33E-A207-EBA1-89A6842CA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97D7A3C-0573-87FE-D434-61A996993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48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7E63B11-CCB5-9106-C7BA-D7CBB643F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5C3B1AB-9E36-2166-2683-EA76F1131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1339C12-9C10-06E5-6A3A-115F39FB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172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9559D7-A4A5-229E-6CAD-E9257910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1D0987-C024-18E2-1304-BB0CFA06A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1FC8073-4F1F-CD1A-E4DB-0E4D7BDBE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0DF3E38-4ABC-C1F7-EBED-6767F12C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EE708CE-28FA-1EA7-48F8-5D4C6587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3A6E604-2932-F43B-A8B4-4CD9F80F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5644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A8C73F-5D0B-1B88-F4D5-55BE6CD93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6864F2E-70B9-3FCC-ABE8-D4C543935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8F8ABA8-3C9D-75F7-C54E-9E2E47135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E6B585F-3425-1AFA-94FE-94AFDC4D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BEE67C4-49FF-8AC1-A160-E69072526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DA153BB-EE80-DAFD-8823-C66EB007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856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8BD78C-C5BB-A16F-DFDA-0B133C333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A092BA7-60F0-B160-F75F-01BA5441C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F946C9-5C6B-F4BE-37DC-669791D5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6DBF588-D593-AAB5-05CB-47054F0E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EB5339-FCFF-2404-56D1-5BD32A3C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264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2CCC8DB-7DF0-9F8B-FB2F-15E3C3998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A468E46-78D9-9E2A-E2FA-DAA7E4D11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B307AB-382B-5E31-F008-7B6102CC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3F562A-DE78-29E3-688E-A5DEBF83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7130DD-9FE2-90F5-2EB5-059FD285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649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AA8BFC5-7666-D2AF-4D23-4F7E26119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5E6779E-345D-FFF8-509D-14E3ED15D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18C8A4E-978B-F0DC-870C-5A007AEF1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031B5-A770-4E71-89C5-B4E4B8ADFD4A}" type="datetimeFigureOut">
              <a:rPr lang="it-IT" smtClean="0"/>
              <a:t>06/08/2026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ED7C68-119E-64B7-2E20-816DDB8D6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162146-0F45-3011-DA09-68F4B5A9A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AAA2A-F638-4358-9F97-13B48A53CD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046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ielo notturno stellato">
            <a:extLst>
              <a:ext uri="{FF2B5EF4-FFF2-40B4-BE49-F238E27FC236}">
                <a16:creationId xmlns:a16="http://schemas.microsoft.com/office/drawing/2014/main" id="{89690E5E-DB44-0797-0F9E-0D3D5B510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27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4A59508-CFA8-7508-D9A8-D1C92EC9A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it-IT" sz="4800">
                <a:solidFill>
                  <a:schemeClr val="bg1"/>
                </a:solidFill>
              </a:rPr>
              <a:t>ASTRO STREAM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C5FA03-2A64-60DE-F9EA-48B84B6F7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it-IT" sz="2000">
                <a:solidFill>
                  <a:schemeClr val="bg1"/>
                </a:solidFill>
              </a:rPr>
              <a:t>Film Spaziali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91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39C232-74F6-952B-026A-E2AFF76592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4DAE60A-D08C-E6B4-A0AF-30C2542D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Funzionalità del sito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4F0495C-0855-B80E-8959-BC38568458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43656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2516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0DEF56-8CD7-90F0-6B32-ED8339A76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4246"/>
            <a:ext cx="4372536" cy="3489509"/>
          </a:xfrm>
        </p:spPr>
        <p:txBody>
          <a:bodyPr anchor="ctr">
            <a:normAutofit/>
          </a:bodyPr>
          <a:lstStyle/>
          <a:p>
            <a:r>
              <a:rPr lang="it-IT" sz="3200"/>
              <a:t>Frammenti di codice: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375B71-AB08-8C10-2E2B-905F6B796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8233" y="758718"/>
            <a:ext cx="5257800" cy="53405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000"/>
              <a:t>I frammenti di codice successivamente presentati sono relativi a diverse funzioni dei file:</a:t>
            </a:r>
          </a:p>
          <a:p>
            <a:pPr marL="0" indent="0">
              <a:buNone/>
            </a:pPr>
            <a:r>
              <a:rPr lang="it-IT" sz="2000"/>
              <a:t>-  index.php</a:t>
            </a:r>
          </a:p>
          <a:p>
            <a:pPr>
              <a:buFontTx/>
              <a:buChar char="-"/>
            </a:pPr>
            <a:r>
              <a:rPr lang="it-IT" sz="2000"/>
              <a:t>register.php</a:t>
            </a:r>
          </a:p>
          <a:p>
            <a:pPr>
              <a:buFontTx/>
              <a:buChar char="-"/>
            </a:pPr>
            <a:r>
              <a:rPr lang="it-IT" sz="2000"/>
              <a:t>quit.php</a:t>
            </a:r>
          </a:p>
          <a:p>
            <a:pPr>
              <a:buFontTx/>
              <a:buChar char="-"/>
            </a:pPr>
            <a:r>
              <a:rPr lang="it-IT" sz="2000"/>
              <a:t>cambia.php</a:t>
            </a:r>
          </a:p>
          <a:p>
            <a:pPr>
              <a:buFontTx/>
              <a:buChar char="-"/>
            </a:pPr>
            <a:r>
              <a:rPr lang="it-IT" sz="2000"/>
              <a:t>home.php</a:t>
            </a:r>
          </a:p>
          <a:p>
            <a:pPr>
              <a:buFontTx/>
              <a:buChar char="-"/>
            </a:pPr>
            <a:r>
              <a:rPr lang="it-IT" sz="2000"/>
              <a:t>supporto.php</a:t>
            </a:r>
          </a:p>
          <a:p>
            <a:pPr>
              <a:buFontTx/>
              <a:buChar char="-"/>
            </a:pPr>
            <a:r>
              <a:rPr lang="it-IT" sz="2000"/>
              <a:t>ricerca.php</a:t>
            </a:r>
          </a:p>
          <a:p>
            <a:pPr>
              <a:buFontTx/>
              <a:buChar char="-"/>
            </a:pPr>
            <a:r>
              <a:rPr lang="it-IT" sz="2000"/>
              <a:t>noleggio.php</a:t>
            </a:r>
          </a:p>
          <a:p>
            <a:pPr>
              <a:buFontTx/>
              <a:buChar char="-"/>
            </a:pPr>
            <a:r>
              <a:rPr lang="it-IT" sz="2000"/>
              <a:t>film.php</a:t>
            </a:r>
          </a:p>
          <a:p>
            <a:pPr>
              <a:buFontTx/>
              <a:buChar char="-"/>
            </a:pPr>
            <a:r>
              <a:rPr lang="it-IT" sz="2000"/>
              <a:t>profilo.php</a:t>
            </a:r>
          </a:p>
          <a:p>
            <a:pPr>
              <a:buFontTx/>
              <a:buChar char="-"/>
            </a:pPr>
            <a:r>
              <a:rPr lang="it-IT" sz="2000"/>
              <a:t>abbonamenti.php</a:t>
            </a:r>
          </a:p>
        </p:txBody>
      </p:sp>
    </p:spTree>
    <p:extLst>
      <p:ext uri="{BB962C8B-B14F-4D97-AF65-F5344CB8AC3E}">
        <p14:creationId xmlns:p14="http://schemas.microsoft.com/office/powerpoint/2010/main" val="398779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96897A-DD69-AD8F-A497-45209D5B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index.php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8A2FBE5-7A4E-77CB-394B-F7200DCA8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36" y="1690688"/>
            <a:ext cx="5847064" cy="68728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24159D0-823B-F82D-BF2E-72E041136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467" y="1690688"/>
            <a:ext cx="4353333" cy="3875923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3A1E63E-1537-9128-E968-FEE52A94E9C3}"/>
              </a:ext>
            </a:extLst>
          </p:cNvPr>
          <p:cNvSpPr txBox="1"/>
          <p:nvPr/>
        </p:nvSpPr>
        <p:spPr>
          <a:xfrm>
            <a:off x="553736" y="2791326"/>
            <a:ext cx="5542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 evitare che rimangano attive sessioni relative ad altri utenti come primo passaggio vado a terminare tutte le sessioni attive per attivarne una nuova che utilizzerò per l’utente che richiederà l’accesso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2471A71-9FB2-2985-1215-CAF835B988B5}"/>
              </a:ext>
            </a:extLst>
          </p:cNvPr>
          <p:cNvSpPr txBox="1"/>
          <p:nvPr/>
        </p:nvSpPr>
        <p:spPr>
          <a:xfrm>
            <a:off x="7000466" y="5697881"/>
            <a:ext cx="4353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Ricavo email e password dal form della pagina e dalla tabella utente del DB per poi confrontarle per verificare l’identità</a:t>
            </a:r>
          </a:p>
        </p:txBody>
      </p:sp>
    </p:spTree>
    <p:extLst>
      <p:ext uri="{BB962C8B-B14F-4D97-AF65-F5344CB8AC3E}">
        <p14:creationId xmlns:p14="http://schemas.microsoft.com/office/powerpoint/2010/main" val="4164757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D8E417-02E0-786C-7B09-4FBA68E99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register.php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AF8BF5E-FD56-99E6-6B5B-CAF944FA4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85" y="1690688"/>
            <a:ext cx="7006389" cy="430939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3F77149-9BA2-12BD-11E6-4A6F114C60C7}"/>
              </a:ext>
            </a:extLst>
          </p:cNvPr>
          <p:cNvSpPr txBox="1"/>
          <p:nvPr/>
        </p:nvSpPr>
        <p:spPr>
          <a:xfrm>
            <a:off x="7634514" y="1997839"/>
            <a:ext cx="41402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Una volta recuperate le informazioni inserite dall’utente nel form controllo se esiste già un utente con la stessa mail loggato: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it-IT" dirty="0"/>
              <a:t>Se esiste: Riferisco all’utente che la mail è già stata usata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it-IT" dirty="0"/>
              <a:t>Se non esiste: Carico all’interno della tabella utente le informazioni prelevate e comunico all’utente che la registrazione è avvenuta con successo</a:t>
            </a:r>
          </a:p>
        </p:txBody>
      </p:sp>
    </p:spTree>
    <p:extLst>
      <p:ext uri="{BB962C8B-B14F-4D97-AF65-F5344CB8AC3E}">
        <p14:creationId xmlns:p14="http://schemas.microsoft.com/office/powerpoint/2010/main" val="171689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76E7D1-8E76-930D-6442-ABDC8332C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quit.php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75302A9-982B-65AB-F6C8-831AC0E60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86" y="1507545"/>
            <a:ext cx="4590143" cy="485701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C3D8BDA-AE26-700A-C8BA-2FDC0D0141AD}"/>
              </a:ext>
            </a:extLst>
          </p:cNvPr>
          <p:cNvSpPr txBox="1"/>
          <p:nvPr/>
        </p:nvSpPr>
        <p:spPr>
          <a:xfrm>
            <a:off x="5185229" y="3197387"/>
            <a:ext cx="61685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Nel caso l’email inserita nel form sia presente nel DB inizio un eliminazione a cascata di tutti i dati relativi all’utente in ogni tabella sfruttando l’email e la password, nel caso avvengano crash o errori la funzione del </a:t>
            </a:r>
            <a:r>
              <a:rPr lang="it-IT" dirty="0" err="1"/>
              <a:t>rollback</a:t>
            </a:r>
            <a:r>
              <a:rPr lang="it-IT" dirty="0"/>
              <a:t>() per annullare l’eliminazione dei dati</a:t>
            </a:r>
          </a:p>
        </p:txBody>
      </p:sp>
    </p:spTree>
    <p:extLst>
      <p:ext uri="{BB962C8B-B14F-4D97-AF65-F5344CB8AC3E}">
        <p14:creationId xmlns:p14="http://schemas.microsoft.com/office/powerpoint/2010/main" val="2090887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90F6BC-24EB-0EF8-8BB7-8D4BE25DC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cambia.php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0A26DEB-4749-F779-B25A-6A9666D43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16" y="1690688"/>
            <a:ext cx="5871684" cy="435133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AAE6C16-101A-6B3C-558B-A62D844C4BF3}"/>
              </a:ext>
            </a:extLst>
          </p:cNvPr>
          <p:cNvSpPr txBox="1"/>
          <p:nvPr/>
        </p:nvSpPr>
        <p:spPr>
          <a:xfrm>
            <a:off x="6381749" y="2828835"/>
            <a:ext cx="53054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Controlla che l’utente esiste all’interno del DB, se  esiste sovrascrive la vecchia password con quella nuova recuperata precedentemente dal Form tramite un UPDATE</a:t>
            </a:r>
          </a:p>
        </p:txBody>
      </p:sp>
    </p:spTree>
    <p:extLst>
      <p:ext uri="{BB962C8B-B14F-4D97-AF65-F5344CB8AC3E}">
        <p14:creationId xmlns:p14="http://schemas.microsoft.com/office/powerpoint/2010/main" val="3596045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E6CC59-B801-FE95-04EC-CDD3BEF3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home.php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E980C36-A35C-B531-019D-DFD1A69CE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915" y="1714260"/>
            <a:ext cx="8564170" cy="342947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A07540A-8475-7F33-D437-B3E1BCA0CD48}"/>
              </a:ext>
            </a:extLst>
          </p:cNvPr>
          <p:cNvSpPr txBox="1"/>
          <p:nvPr/>
        </p:nvSpPr>
        <p:spPr>
          <a:xfrm>
            <a:off x="1813915" y="5324475"/>
            <a:ext cx="85641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All’apertura della dashboard vengono controllati tutti i dati dell’utente che si è loggato</a:t>
            </a:r>
          </a:p>
          <a:p>
            <a:r>
              <a:rPr lang="it-IT" dirty="0"/>
              <a:t>(Vengono controllati: nome, cognome, saldo, tipo tessera e scadenza tessera)</a:t>
            </a:r>
          </a:p>
          <a:p>
            <a:r>
              <a:rPr lang="it-IT" dirty="0"/>
              <a:t>Se la tessera è premium la variabile </a:t>
            </a:r>
            <a:r>
              <a:rPr lang="it-IT" dirty="0" err="1"/>
              <a:t>is_premium</a:t>
            </a:r>
            <a:r>
              <a:rPr lang="it-IT" dirty="0"/>
              <a:t> risulterà vera e quindi saranno attivi tutti i vantaggi premium</a:t>
            </a:r>
          </a:p>
        </p:txBody>
      </p:sp>
    </p:spTree>
    <p:extLst>
      <p:ext uri="{BB962C8B-B14F-4D97-AF65-F5344CB8AC3E}">
        <p14:creationId xmlns:p14="http://schemas.microsoft.com/office/powerpoint/2010/main" val="2611052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9DD1BA-0C2F-008C-85E5-208F35A7C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supporto.php</a:t>
            </a:r>
            <a:r>
              <a:rPr lang="it-IT" dirty="0"/>
              <a:t> / </a:t>
            </a:r>
            <a:r>
              <a:rPr lang="it-IT" dirty="0" err="1"/>
              <a:t>home.php</a:t>
            </a:r>
            <a:r>
              <a:rPr lang="it-IT" dirty="0"/>
              <a:t> (supporto)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288F134-9757-A413-026B-A46851114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57" y="1864860"/>
            <a:ext cx="8352374" cy="426016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3B887DD-03DA-A1AB-5EB8-8A6B6F06A754}"/>
              </a:ext>
            </a:extLst>
          </p:cNvPr>
          <p:cNvSpPr txBox="1"/>
          <p:nvPr/>
        </p:nvSpPr>
        <p:spPr>
          <a:xfrm>
            <a:off x="8734425" y="3533279"/>
            <a:ext cx="3170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Script JS che permettere al </a:t>
            </a:r>
            <a:r>
              <a:rPr lang="it-IT" dirty="0" err="1"/>
              <a:t>ChatBot</a:t>
            </a:r>
            <a:r>
              <a:rPr lang="it-IT" dirty="0"/>
              <a:t> di poter rispondere ad alcune domande sul sito</a:t>
            </a:r>
          </a:p>
        </p:txBody>
      </p:sp>
    </p:spTree>
    <p:extLst>
      <p:ext uri="{BB962C8B-B14F-4D97-AF65-F5344CB8AC3E}">
        <p14:creationId xmlns:p14="http://schemas.microsoft.com/office/powerpoint/2010/main" val="2902742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E07037-B0DC-DC8B-2026-2D3D51D6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ricerca.php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755AED4-890D-64D0-C675-F8F478ED2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68" y="2204682"/>
            <a:ext cx="7125694" cy="347711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FF34298-7A92-80FD-17DF-4967A65511E8}"/>
              </a:ext>
            </a:extLst>
          </p:cNvPr>
          <p:cNvSpPr txBox="1"/>
          <p:nvPr/>
        </p:nvSpPr>
        <p:spPr>
          <a:xfrm>
            <a:off x="7524750" y="3066074"/>
            <a:ext cx="43547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Può essere ricercato un genere specifico (attraverso i relativi pulsanti sulla dashboard) oppure il titolo di un film digitando il nome o le lettere iniziali nel relativo box per la ricerca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98435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029D99-32B8-1F49-C90E-1F15F0D6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preview.php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B48C3C2-F653-FFA0-3829-2278F370B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06" y="1690688"/>
            <a:ext cx="7284120" cy="40816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8A277DA-8BED-6D74-4955-3A5773ECDD0B}"/>
              </a:ext>
            </a:extLst>
          </p:cNvPr>
          <p:cNvSpPr txBox="1"/>
          <p:nvPr/>
        </p:nvSpPr>
        <p:spPr>
          <a:xfrm>
            <a:off x="7781925" y="2803708"/>
            <a:ext cx="42100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Nella schermata relativa al film controllo se l’utente ha diritto a sconti</a:t>
            </a:r>
          </a:p>
          <a:p>
            <a:pPr marL="285750" indent="-285750">
              <a:buFontTx/>
              <a:buChar char="-"/>
            </a:pPr>
            <a:r>
              <a:rPr lang="it-IT" dirty="0"/>
              <a:t>Se utente premium: prezzo 0€</a:t>
            </a:r>
          </a:p>
          <a:p>
            <a:pPr marL="285750" indent="-285750">
              <a:buFontTx/>
              <a:buChar char="-"/>
            </a:pPr>
            <a:r>
              <a:rPr lang="it-IT" dirty="0"/>
              <a:t>Se già visto in passato: -50%</a:t>
            </a:r>
          </a:p>
          <a:p>
            <a:pPr marL="285750" indent="-285750">
              <a:buFontTx/>
              <a:buChar char="-"/>
            </a:pPr>
            <a:r>
              <a:rPr lang="it-IT" dirty="0"/>
              <a:t>Se mai visto e non premium: prezzo base</a:t>
            </a:r>
          </a:p>
          <a:p>
            <a:r>
              <a:rPr lang="it-IT" dirty="0"/>
              <a:t>(Questo per la parte grafica)</a:t>
            </a:r>
          </a:p>
        </p:txBody>
      </p:sp>
    </p:spTree>
    <p:extLst>
      <p:ext uri="{BB962C8B-B14F-4D97-AF65-F5344CB8AC3E}">
        <p14:creationId xmlns:p14="http://schemas.microsoft.com/office/powerpoint/2010/main" val="3295107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39C869-DA08-6C49-2963-A0BFB1DA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noleggio.php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7EDE87D-517C-A5EE-290A-59E3570F0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31" y="1687015"/>
            <a:ext cx="7052697" cy="65089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2D0B3FB-FD8B-1EF8-F4D8-A99FF925EB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31" y="2502925"/>
            <a:ext cx="6630416" cy="395003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4334E48-158E-EBA5-92C1-842DC99420C7}"/>
              </a:ext>
            </a:extLst>
          </p:cNvPr>
          <p:cNvSpPr txBox="1"/>
          <p:nvPr/>
        </p:nvSpPr>
        <p:spPr>
          <a:xfrm>
            <a:off x="7286625" y="4016277"/>
            <a:ext cx="4512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Ricontrollo il prezzo da far pagare all’utente (Questa volta per modificare il credito residuo)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8906F5B-1762-3418-B872-225411241AF7}"/>
              </a:ext>
            </a:extLst>
          </p:cNvPr>
          <p:cNvSpPr txBox="1"/>
          <p:nvPr/>
        </p:nvSpPr>
        <p:spPr>
          <a:xfrm>
            <a:off x="7667625" y="1687015"/>
            <a:ext cx="4131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Inserisco il film in cronologia (nella tabella visionare del DB)</a:t>
            </a:r>
          </a:p>
        </p:txBody>
      </p:sp>
    </p:spTree>
    <p:extLst>
      <p:ext uri="{BB962C8B-B14F-4D97-AF65-F5344CB8AC3E}">
        <p14:creationId xmlns:p14="http://schemas.microsoft.com/office/powerpoint/2010/main" val="587055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52EE46-D0F6-82FE-8AEF-8E812C55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film.php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5D0E4C4-5F0A-35B8-D20C-4492C879D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37" y="2364298"/>
            <a:ext cx="6082034" cy="268667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3A24D93-BB0A-F5B0-CBA1-0D7C2B55A207}"/>
              </a:ext>
            </a:extLst>
          </p:cNvPr>
          <p:cNvSpPr txBox="1"/>
          <p:nvPr/>
        </p:nvSpPr>
        <p:spPr>
          <a:xfrm>
            <a:off x="6724649" y="3105834"/>
            <a:ext cx="5133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Recupero il </a:t>
            </a:r>
            <a:r>
              <a:rPr lang="it-IT" dirty="0" err="1"/>
              <a:t>path</a:t>
            </a:r>
            <a:r>
              <a:rPr lang="it-IT" dirty="0"/>
              <a:t> del video dal DB </a:t>
            </a:r>
          </a:p>
          <a:p>
            <a:r>
              <a:rPr lang="it-IT" dirty="0"/>
              <a:t>(Se non esiste lo comunico tramite un errore)</a:t>
            </a:r>
          </a:p>
        </p:txBody>
      </p:sp>
    </p:spTree>
    <p:extLst>
      <p:ext uri="{BB962C8B-B14F-4D97-AF65-F5344CB8AC3E}">
        <p14:creationId xmlns:p14="http://schemas.microsoft.com/office/powerpoint/2010/main" val="536606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00BA9A-C50D-F4A3-010D-4038818E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vota.php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AFAAF64-1A03-7E39-E24C-8201E8BD9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34" y="1843088"/>
            <a:ext cx="10612331" cy="265784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414C00F-0B22-1B37-4CA4-F670DB5AFACB}"/>
              </a:ext>
            </a:extLst>
          </p:cNvPr>
          <p:cNvSpPr txBox="1"/>
          <p:nvPr/>
        </p:nvSpPr>
        <p:spPr>
          <a:xfrm>
            <a:off x="789834" y="4947866"/>
            <a:ext cx="10563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Alla pressione del numero di stelle per inserire un voto al film (nella preview del film) viene </a:t>
            </a:r>
            <a:r>
              <a:rPr lang="it-IT" dirty="0" err="1"/>
              <a:t>aggionato</a:t>
            </a:r>
            <a:r>
              <a:rPr lang="it-IT" dirty="0"/>
              <a:t> il campo voto della tabella visionare (precedentemente settato a </a:t>
            </a:r>
            <a:r>
              <a:rPr lang="it-IT" dirty="0" err="1"/>
              <a:t>null</a:t>
            </a:r>
            <a:r>
              <a:rPr lang="it-IT" dirty="0"/>
              <a:t>)</a:t>
            </a:r>
          </a:p>
          <a:p>
            <a:r>
              <a:rPr lang="it-IT" dirty="0"/>
              <a:t>Viene calcolata la media di tutti i voti per il film che verrà poi salvata nel campo </a:t>
            </a:r>
            <a:r>
              <a:rPr lang="it-IT" dirty="0" err="1"/>
              <a:t>v_medio</a:t>
            </a:r>
            <a:r>
              <a:rPr lang="it-IT" dirty="0"/>
              <a:t> della tabella film</a:t>
            </a:r>
          </a:p>
        </p:txBody>
      </p:sp>
    </p:spTree>
    <p:extLst>
      <p:ext uri="{BB962C8B-B14F-4D97-AF65-F5344CB8AC3E}">
        <p14:creationId xmlns:p14="http://schemas.microsoft.com/office/powerpoint/2010/main" val="3788304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2F9734-B904-B184-E8F4-461ACD530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profilo.php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31FF5CA-503D-7A17-39D7-6653216D9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78" y="1919139"/>
            <a:ext cx="9700843" cy="220518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AE0AD2D-987D-5586-B01C-0BC55D76EA46}"/>
              </a:ext>
            </a:extLst>
          </p:cNvPr>
          <p:cNvSpPr txBox="1"/>
          <p:nvPr/>
        </p:nvSpPr>
        <p:spPr>
          <a:xfrm>
            <a:off x="1219200" y="4381500"/>
            <a:ext cx="9734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All’interno del Profilo è possibile inserire una carta di credito (senza la quale non è possibile vedere film/abbonarsi):</a:t>
            </a:r>
          </a:p>
          <a:p>
            <a:r>
              <a:rPr lang="it-IT" dirty="0"/>
              <a:t>Vengono ricavati i dati della carta dal Form che poi verranno salvati nei relativi campi della tabella </a:t>
            </a:r>
            <a:r>
              <a:rPr lang="it-IT" dirty="0" err="1"/>
              <a:t>carte_credito</a:t>
            </a:r>
            <a:endParaRPr lang="it-IT" dirty="0"/>
          </a:p>
          <a:p>
            <a:r>
              <a:rPr lang="it-IT" dirty="0"/>
              <a:t>La pagina verrà successivamente ricaricata per permettere la visualizzazione della nuova carta nella sezione apposita</a:t>
            </a:r>
          </a:p>
        </p:txBody>
      </p:sp>
    </p:spTree>
    <p:extLst>
      <p:ext uri="{BB962C8B-B14F-4D97-AF65-F5344CB8AC3E}">
        <p14:creationId xmlns:p14="http://schemas.microsoft.com/office/powerpoint/2010/main" val="2946593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B196AB-6833-D9B5-16C4-8F3E3E67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abbonamenti.php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F912249-28E2-6098-A5C4-B73109C6F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6574931" cy="282926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B2FD3B7-AB08-7E38-BC95-ED0F2D394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615070" cy="123348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7DFC66E-3D12-758C-7C85-085A56C4181F}"/>
              </a:ext>
            </a:extLst>
          </p:cNvPr>
          <p:cNvSpPr txBox="1"/>
          <p:nvPr/>
        </p:nvSpPr>
        <p:spPr>
          <a:xfrm>
            <a:off x="7534275" y="1690688"/>
            <a:ext cx="4467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Come per la ricarica del credito controllo che ci sia una carta agganciata all’account (senza la quale l’operazione non sarà possibile)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907ED8C-986C-0966-E18E-E741D4F90559}"/>
              </a:ext>
            </a:extLst>
          </p:cNvPr>
          <p:cNvSpPr txBox="1"/>
          <p:nvPr/>
        </p:nvSpPr>
        <p:spPr>
          <a:xfrm>
            <a:off x="7493772" y="3827970"/>
            <a:ext cx="45482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 esiste almeno una carta agganciata all’account il pagamento risulterà valido</a:t>
            </a:r>
          </a:p>
          <a:p>
            <a:r>
              <a:rPr lang="it-IT" dirty="0"/>
              <a:t>Verranno aggiornati i dati relativi alla tessera contenuti nella tabella utente.</a:t>
            </a:r>
          </a:p>
          <a:p>
            <a:r>
              <a:rPr lang="it-IT" dirty="0"/>
              <a:t>Successivamente aggiorno la pagina per mostrare che l’abbonamento è stato attivato correttamente</a:t>
            </a:r>
          </a:p>
        </p:txBody>
      </p:sp>
    </p:spTree>
    <p:extLst>
      <p:ext uri="{BB962C8B-B14F-4D97-AF65-F5344CB8AC3E}">
        <p14:creationId xmlns:p14="http://schemas.microsoft.com/office/powerpoint/2010/main" val="16880552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749</Words>
  <Application>Microsoft Office PowerPoint</Application>
  <PresentationFormat>Widescreen</PresentationFormat>
  <Paragraphs>71</Paragraphs>
  <Slides>16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Tema di Office</vt:lpstr>
      <vt:lpstr>ASTRO STREAM</vt:lpstr>
      <vt:lpstr>Funzionalità del sito</vt:lpstr>
      <vt:lpstr>Frammenti di codice:</vt:lpstr>
      <vt:lpstr>index.php</vt:lpstr>
      <vt:lpstr>register.php</vt:lpstr>
      <vt:lpstr>quit.php</vt:lpstr>
      <vt:lpstr>cambia.php</vt:lpstr>
      <vt:lpstr>home.php</vt:lpstr>
      <vt:lpstr>supporto.php / home.php (supporto)</vt:lpstr>
      <vt:lpstr>ricerca.php</vt:lpstr>
      <vt:lpstr>preview.php</vt:lpstr>
      <vt:lpstr>noleggio.php</vt:lpstr>
      <vt:lpstr>film.php</vt:lpstr>
      <vt:lpstr>vota.php</vt:lpstr>
      <vt:lpstr>profilo.php</vt:lpstr>
      <vt:lpstr>abbonamenti.php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Matteo Ongaro</cp:lastModifiedBy>
  <cp:revision>19</cp:revision>
  <dcterms:created xsi:type="dcterms:W3CDTF">2026-04-10T08:51:12Z</dcterms:created>
  <dcterms:modified xsi:type="dcterms:W3CDTF">2026-08-06T08:07:19Z</dcterms:modified>
</cp:coreProperties>
</file>